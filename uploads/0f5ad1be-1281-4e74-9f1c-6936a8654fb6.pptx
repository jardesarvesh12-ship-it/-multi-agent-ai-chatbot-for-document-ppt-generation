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session, outline what will be covered, and set expectations for the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how generative AI has moved into mainstream enterprise operations and why governance now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power of multimodal models and their expanding role in product and service innovation.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how AI is being woven into existing data ecosystems to surface actionable insights instantly.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need for clear policies, oversight mechanisms, and ethical safeguards.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why on‑device AI is becoming a strategic advantage for privacy and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cost‑aware design principles that treat AI spend as an engineering variable.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Illustrate how agentic AI automates complex end‑to‑end processes while balancing speed and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a practical framework for choosing technology partners and deploying solutions at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actionable items and invite stakeholders to commit to the proposed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used for generating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Title &amp;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Generative AI Landscape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Multimodal Models on the Rise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Enterprise Knowledge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Responsible Governance &amp; Ethics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Privacy‑First &amp; On‑Device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Cost Engineering &amp; FinOps for GenAI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Agentic AI &amp; Workflow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Vendor Ecosystem &amp; Implementation Blueprint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Recommendations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References &amp;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