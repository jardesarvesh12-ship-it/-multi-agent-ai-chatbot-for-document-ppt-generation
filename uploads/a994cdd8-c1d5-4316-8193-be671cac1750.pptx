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ASTRANOVA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241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Enterprise AI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Company Template • Executive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Enterprise AI transformation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4937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01 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4937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02  Business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4937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03  Current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4937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04  Proposed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4937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05 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651760"/>
            <a:ext cx="4937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06  Implementation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566160"/>
            <a:ext cx="4937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07  Success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480560"/>
            <a:ext cx="49377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08 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Enterprise knowledge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Document and presentation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Grounded RAG-based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262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Secure multi-agent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/>
            </a:pPr>
            <a:r>
              <a:t>AI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Routes requests to specialized agents and manages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459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/>
            </a:pPr>
            <a:r>
              <a:t>Enterprise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148840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Retrieves relevant approved knowledge before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/>
            </a:pPr>
            <a:r>
              <a:t>Web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Collects current information from permitted sources.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749039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/>
            </a:pPr>
            <a:r>
              <a:t>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251960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Creates editable DOCX and PPTX outputs using approved templates.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Reference flow for the multi-agent POC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743200"/>
            <a:ext cx="13258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2743200"/>
            <a:ext cx="13258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Orchestrator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9896" y="2743200"/>
            <a:ext cx="13258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Specialized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4104" y="2743200"/>
            <a:ext cx="13258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RAG / Web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68312" y="2743200"/>
            <a:ext cx="13258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Generator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19" y="2743200"/>
            <a:ext cx="13258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Validator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96728" y="2743200"/>
            <a:ext cx="13258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DOCX / PPTX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Ingestion &amp; Parsing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RAG &amp;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29184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Multi-Agent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20624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DOCX/PPTX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12064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Evaluation &amp; Guardrails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Success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310896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t>Grounding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828800"/>
            <a:ext cx="310896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t>Extraction 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828800"/>
            <a:ext cx="310896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t>Template fidelity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840480"/>
            <a:ext cx="310896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t>Generation latency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840480"/>
            <a:ext cx="310896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t>Task completion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3840480"/>
            <a:ext cx="310896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t>Human correction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Validate the POC with representative company documents</a:t>
            </a:r>
          </a:p>
          <a:p/>
          <a:p>
            <a:r>
              <a:t>Review generated outputs with business stakeholders</a:t>
            </a:r>
          </a:p>
          <a:p/>
          <a:p>
            <a:r>
              <a:t>Define production security, data and integration requirements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