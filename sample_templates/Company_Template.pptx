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56DB"/>
                </a:solidFill>
                <a:latin typeface="Calibri"/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56DB"/>
                </a:solidFill>
                <a:latin typeface="Calibri"/>
              </a:rPr>
              <a:t>Market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56DB"/>
                </a:solidFill>
                <a:latin typeface="Calibri"/>
              </a:rPr>
              <a:t>Key Technology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56DB"/>
                </a:solidFill>
                <a:latin typeface="Calibri"/>
              </a:rPr>
              <a:t>Proposed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56DB"/>
                </a:solidFill>
                <a:latin typeface="Calibri"/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