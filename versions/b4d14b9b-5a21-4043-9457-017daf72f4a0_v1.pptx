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the stage by explaining why generative AI matters today and outline the purpose of this proposal and the upcoming five‑slide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Provide a concise definition and highlight the core capabilities that differentiate generative AI from traditional 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merging modalities expands use cases and speeds up development of new products and services.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how next‑gen chatbots deliver deeper personalization and faster responses within business workflows.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Illustrate the shift from assistance to autonomy, where AI agents can complete whole tasks without constant supervision.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the growing need for governance, risk, and compliance measures to build trust and meet legal requirements.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how compact models enable AI at the edge, reducing costs while maintaining performance.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concrete examples of how the trends are already transforming key sectors.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 growth trajectory and investment levels, noting the parallel rise in regulatory attention.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Summarize the call to action: start small, ensure compliance, track results, and plan a detailed follow‑up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 used for generating this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Calibri"/>
              </a:rPr>
              <a:t>Introduction &amp;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Calibri"/>
              </a:rPr>
              <a:t>What is Generative AI?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Calibri"/>
              </a:rPr>
              <a:t>Trend 1: Multi‑Modal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Calibri"/>
              </a:rPr>
              <a:t>Trend 2: Conversational AI Evolution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Calibri"/>
              </a:rPr>
              <a:t>Trend 3: Autonomous Task Execution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Calibri"/>
              </a:rPr>
              <a:t>Trend 4: Responsible Governance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Calibri"/>
              </a:rPr>
              <a:t>Trend 5: Small Efficient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Calibri"/>
              </a:rPr>
              <a:t>Industry Impact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Calibri"/>
              </a:rPr>
              <a:t>Market Outlook &amp; Adoption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Calibri"/>
              </a:rPr>
              <a:t>Conclusion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Calibri"/>
              </a:rPr>
              <a:t>References &amp; 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