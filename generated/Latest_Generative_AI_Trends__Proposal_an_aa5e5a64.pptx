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session and explain why understanding the latest generative AI trends matters for the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brief market snapshot, highlighting the acceleration of adoption and the evolution of model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multimodal AI mirrors human cognition and why it is becoming the default approach for new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AI can deliver individualized experiences instantly, boosting conversion and brand loyalty.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move toward on‑premise AI to protect data, meet regulations, and improve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how generative AI is being embedded into existing business processes for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Illustrate the rise of autonomous agents that can plan, execute, and adapt without constant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concrete examples of how generative AI is transforming two high‑impact sectors.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financial trajectory and the emerging policy environment shaping future investments.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actionable steps the organization can take to capitalize on the trends and track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used for generating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Generative AI Landscape 2024‑2026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Multimodal Models – The New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Personalized Content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Local &amp; Edge Processing for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Enterprise Workflow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Autonomous Agents &amp; Task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Industry Use Cases – Healthcare &amp;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Market Outlook &amp; Growth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Strategic 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References &amp;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