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Introduction to Presentation based on the uploaded 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Market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Technology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Competitive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Calibri"/>
              </a:rP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